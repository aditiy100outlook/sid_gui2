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3" r:id="rId2"/>
  </p:sldMasterIdLst>
  <p:notesMasterIdLst>
    <p:notesMasterId r:id="rId5"/>
  </p:notesMasterIdLst>
  <p:sldIdLst>
    <p:sldId id="256" r:id="rId3"/>
    <p:sldId id="279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A9500"/>
    <a:srgbClr val="000000"/>
    <a:srgbClr val="0000FF"/>
    <a:srgbClr val="0000CC"/>
    <a:srgbClr val="0033CC"/>
    <a:srgbClr val="FC5346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30" autoAdjust="0"/>
  </p:normalViewPr>
  <p:slideViewPr>
    <p:cSldViewPr>
      <p:cViewPr varScale="1">
        <p:scale>
          <a:sx n="111" d="100"/>
          <a:sy n="111" d="100"/>
        </p:scale>
        <p:origin x="161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-2832" y="-8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7E8F1E3-EE90-42B9-9938-CFE42EB56C6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49CD0162-A38A-464E-85B5-25D3B4C217E6}" type="slidenum">
              <a:rPr lang="en-US" altLang="en-US" sz="1200"/>
              <a:pPr eaLnBrk="1" hangingPunct="1"/>
              <a:t>1</a:t>
            </a:fld>
            <a:endParaRPr lang="en-US" altLang="en-US" sz="120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41BACC9-93FD-4DE6-B162-752AAE01347C}" type="slidenum">
              <a:rPr lang="en-US" altLang="en-US" sz="1200"/>
              <a:pPr eaLnBrk="1" hangingPunct="1"/>
              <a:t>2</a:t>
            </a:fld>
            <a:endParaRPr lang="en-US" altLang="en-US" sz="120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DEC943-946A-406E-8A49-36E7CCA5C6D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6764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4E8BFFB-1129-43AE-BE47-5331894F9B2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026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F4C918-6FFD-4699-8F29-1DBDB91245F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0382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FEF397-4C41-4F44-9EDD-181F446184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2913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800231-9BF9-412E-8CE3-C66B8EE8DFA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5724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FF4E16-1DBB-4FC1-B9C2-DE3565BDC22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0297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2E824B-549B-45EF-BC50-6CCEF94C5BA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4373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955CE4-1A0A-44A7-B762-64403BFD46E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1887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CBF4E8-6704-441F-88F3-CF18BD59B9F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630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45ED78-535E-4113-BFC3-915CC74454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3488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3FC068-2FA6-4E83-B4F0-FEE06C29A73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1292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74B6E5-E72D-4877-A460-8F43143DC6D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69214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F2DCC4-D387-4DCA-83B4-F7199FFB89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54073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809E6C-DC22-494E-AEEE-969289AA6E6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36391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338DE9-7116-49D5-A736-4F5CDF3371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07206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6CA198-BC86-4B28-A074-0C67E1B107A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15355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B8AFEB-B2C6-45E2-8390-15DC69440DD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00425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CF1EF1-6895-4703-A81D-7F77602D5C2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3984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C466EB-6AD2-4A3D-A877-78732C8048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87955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7E0D40-BBFD-46A5-B49D-768D596AD8F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74973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1CEC1F-6586-40C5-916F-340F0A2FC19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846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B8A371-119A-49B6-97E9-97A5B22ACD9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99091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C3220B-201B-45C4-B579-8699132591A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5178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809441B-C8D5-4337-8951-549F436241F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" name="hc" descr="Classification: Internal"/>
          <p:cNvSpPr txBox="1"/>
          <p:nvPr userDrawn="1"/>
        </p:nvSpPr>
        <p:spPr>
          <a:xfrm>
            <a:off x="0" y="0"/>
            <a:ext cx="914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 smtClean="0">
                <a:solidFill>
                  <a:srgbClr val="000000"/>
                </a:solidFill>
                <a:latin typeface="tahoma,geneva,sans-serif"/>
              </a:rPr>
              <a:t>Classification: </a:t>
            </a:r>
            <a:r>
              <a:rPr lang="en-US" sz="1200" b="0" i="0" u="none" baseline="0" smtClean="0">
                <a:solidFill>
                  <a:srgbClr val="08298A"/>
                </a:solidFill>
                <a:latin typeface="tahoma,geneva,sans-serif"/>
              </a:rPr>
              <a:t>Internal</a:t>
            </a:r>
            <a:endParaRPr lang="en-US" sz="1200" b="0" i="0" u="none" baseline="0">
              <a:solidFill>
                <a:srgbClr val="08298A"/>
              </a:solidFill>
              <a:latin typeface="tahoma,geneva,sans-serif"/>
            </a:endParaRPr>
          </a:p>
        </p:txBody>
      </p:sp>
      <p:sp>
        <p:nvSpPr>
          <p:cNvPr id="3" name="fc" descr="Classification: Internal"/>
          <p:cNvSpPr txBox="1"/>
          <p:nvPr userDrawn="1"/>
        </p:nvSpPr>
        <p:spPr>
          <a:xfrm>
            <a:off x="0" y="6484620"/>
            <a:ext cx="914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 smtClean="0">
                <a:solidFill>
                  <a:srgbClr val="000000"/>
                </a:solidFill>
                <a:latin typeface="tahoma,geneva,sans-serif"/>
              </a:rPr>
              <a:t>Classification: </a:t>
            </a:r>
            <a:r>
              <a:rPr lang="en-US" sz="1200" b="0" i="0" u="none" baseline="0" smtClean="0">
                <a:solidFill>
                  <a:srgbClr val="08298A"/>
                </a:solidFill>
                <a:latin typeface="tahoma,geneva,sans-serif"/>
              </a:rPr>
              <a:t>Internal</a:t>
            </a:r>
            <a:endParaRPr lang="en-US" sz="1200" b="0" i="0" u="none" baseline="0">
              <a:solidFill>
                <a:srgbClr val="08298A"/>
              </a:solidFill>
              <a:latin typeface="tahoma,geneva,sans-serif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5" r:id="rId1"/>
    <p:sldLayoutId id="2147484046" r:id="rId2"/>
    <p:sldLayoutId id="2147484047" r:id="rId3"/>
    <p:sldLayoutId id="2147484048" r:id="rId4"/>
    <p:sldLayoutId id="2147484049" r:id="rId5"/>
    <p:sldLayoutId id="2147484050" r:id="rId6"/>
    <p:sldLayoutId id="2147484051" r:id="rId7"/>
    <p:sldLayoutId id="2147484052" r:id="rId8"/>
    <p:sldLayoutId id="2147484053" r:id="rId9"/>
    <p:sldLayoutId id="2147484054" r:id="rId10"/>
    <p:sldLayoutId id="2147484055" r:id="rId11"/>
    <p:sldLayoutId id="2147484056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95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95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95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fld id="{44830D44-B6F9-4852-9D37-B788C1136D5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" name="hc" descr="Classification: Internal"/>
          <p:cNvSpPr txBox="1"/>
          <p:nvPr userDrawn="1"/>
        </p:nvSpPr>
        <p:spPr>
          <a:xfrm>
            <a:off x="0" y="0"/>
            <a:ext cx="914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 smtClean="0">
                <a:solidFill>
                  <a:srgbClr val="000000"/>
                </a:solidFill>
                <a:latin typeface="tahoma,geneva,sans-serif"/>
              </a:rPr>
              <a:t>Classification: </a:t>
            </a:r>
            <a:r>
              <a:rPr lang="en-US" sz="1200" b="0" i="0" u="none" baseline="0" smtClean="0">
                <a:solidFill>
                  <a:srgbClr val="08298A"/>
                </a:solidFill>
                <a:latin typeface="tahoma,geneva,sans-serif"/>
              </a:rPr>
              <a:t>Internal</a:t>
            </a:r>
            <a:endParaRPr lang="en-US" sz="1200" b="0" i="0" u="none" baseline="0">
              <a:solidFill>
                <a:srgbClr val="08298A"/>
              </a:solidFill>
              <a:latin typeface="tahoma,geneva,sans-serif"/>
            </a:endParaRPr>
          </a:p>
        </p:txBody>
      </p:sp>
      <p:sp>
        <p:nvSpPr>
          <p:cNvPr id="3" name="fc" descr="Classification: Internal"/>
          <p:cNvSpPr txBox="1"/>
          <p:nvPr userDrawn="1"/>
        </p:nvSpPr>
        <p:spPr>
          <a:xfrm>
            <a:off x="0" y="6484620"/>
            <a:ext cx="914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 b="0" i="0" u="none" baseline="0" smtClean="0">
                <a:solidFill>
                  <a:srgbClr val="000000"/>
                </a:solidFill>
                <a:latin typeface="tahoma,geneva,sans-serif"/>
              </a:rPr>
              <a:t>Classification: </a:t>
            </a:r>
            <a:r>
              <a:rPr lang="en-US" sz="1200" b="0" i="0" u="none" baseline="0" smtClean="0">
                <a:solidFill>
                  <a:srgbClr val="08298A"/>
                </a:solidFill>
                <a:latin typeface="tahoma,geneva,sans-serif"/>
              </a:rPr>
              <a:t>Internal</a:t>
            </a:r>
            <a:endParaRPr lang="en-US" sz="1200" b="0" i="0" u="none" baseline="0">
              <a:solidFill>
                <a:srgbClr val="08298A"/>
              </a:solidFill>
              <a:latin typeface="tahoma,geneva,sans-serif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67" r:id="rId1"/>
    <p:sldLayoutId id="2147484068" r:id="rId2"/>
    <p:sldLayoutId id="2147484069" r:id="rId3"/>
    <p:sldLayoutId id="2147484070" r:id="rId4"/>
    <p:sldLayoutId id="2147484071" r:id="rId5"/>
    <p:sldLayoutId id="2147484072" r:id="rId6"/>
    <p:sldLayoutId id="2147484073" r:id="rId7"/>
    <p:sldLayoutId id="2147484074" r:id="rId8"/>
    <p:sldLayoutId id="2147484075" r:id="rId9"/>
    <p:sldLayoutId id="2147484076" r:id="rId10"/>
    <p:sldLayoutId id="214748407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 of a Bad Color Scheme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Fonts in the same color family as the background do not show up well.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Here are some tips for good color combinations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Use the Design Templates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mtClean="0"/>
              <a:t>Go under the format menu and select Slide Design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Use the Standard Color schemes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mtClean="0"/>
              <a:t>You can’t go wrong with the dark blue background and yellow or white text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rand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66FF"/>
            </a:gs>
            <a:gs pos="100000">
              <a:srgbClr val="00163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solidFill>
                  <a:srgbClr val="000000"/>
                </a:solidFill>
              </a:rPr>
              <a:t>Another Bad Color Scheme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>
                <a:solidFill>
                  <a:srgbClr val="000000"/>
                </a:solidFill>
              </a:rPr>
              <a:t>Dark text on dark background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solidFill>
                  <a:srgbClr val="000000"/>
                </a:solidFill>
              </a:rPr>
              <a:t>Beware of shaded backgrounds</a:t>
            </a:r>
          </a:p>
          <a:p>
            <a:pPr eaLnBrk="1" hangingPunct="1">
              <a:lnSpc>
                <a:spcPct val="90000"/>
              </a:lnSpc>
            </a:pPr>
            <a:endParaRPr lang="en-US" altLang="en-US" smtClean="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en-US" smtClean="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en-US" smtClean="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en-US" smtClean="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en-US" smtClean="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</a:pPr>
            <a:endParaRPr lang="en-US" altLang="en-US" smtClean="0">
              <a:solidFill>
                <a:srgbClr val="000000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mtClean="0">
                <a:solidFill>
                  <a:srgbClr val="000000"/>
                </a:solidFill>
              </a:rPr>
              <a:t>The dark text is harder to read down here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9900FF"/>
    </a:dk1>
    <a:lt1>
      <a:srgbClr val="FF66FF"/>
    </a:lt1>
    <a:dk2>
      <a:srgbClr val="6600CC"/>
    </a:dk2>
    <a:lt2>
      <a:srgbClr val="808080"/>
    </a:lt2>
    <a:accent1>
      <a:srgbClr val="00CC99"/>
    </a:accent1>
    <a:accent2>
      <a:srgbClr val="3333CC"/>
    </a:accent2>
    <a:accent3>
      <a:srgbClr val="FFB8FF"/>
    </a:accent3>
    <a:accent4>
      <a:srgbClr val="8200DA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553</TotalTime>
  <Words>85</Words>
  <Application>Microsoft Office PowerPoint</Application>
  <PresentationFormat>On-screen Show (4:3)</PresentationFormat>
  <Paragraphs>19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tahoma,geneva,sans-serif</vt:lpstr>
      <vt:lpstr>Times New Roman</vt:lpstr>
      <vt:lpstr>Default Design</vt:lpstr>
      <vt:lpstr>1_Default Design</vt:lpstr>
      <vt:lpstr>Example of a Bad Color Scheme</vt:lpstr>
      <vt:lpstr>Another Bad Color Scheme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examples</dc:title>
  <dc:creator/>
  <cp:lastModifiedBy>Bob Jones</cp:lastModifiedBy>
  <cp:revision>45</cp:revision>
  <dcterms:created xsi:type="dcterms:W3CDTF">2002-10-28T17:41:29Z</dcterms:created>
  <dcterms:modified xsi:type="dcterms:W3CDTF">2019-11-01T15:35:29Z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a89f4400-05dd-4c0e-b8e4-e5eec4b5b8ce</vt:lpwstr>
  </property>
  <property fmtid="{D5CDD505-2E9C-101B-9397-08002B2CF9AE}" pid="3" name="Classification">
    <vt:lpwstr>t_class_3</vt:lpwstr>
  </property>
  <property fmtid="{D5CDD505-2E9C-101B-9397-08002B2CF9AE}" pid="4" name="Department">
    <vt:lpwstr/>
  </property>
  <property fmtid="{D5CDD505-2E9C-101B-9397-08002B2CF9AE}" pid="5" name="ContainsPI">
    <vt:lpwstr>No</vt:lpwstr>
  </property>
  <property fmtid="{D5CDD505-2E9C-101B-9397-08002B2CF9AE}" pid="6" name="Retention">
    <vt:lpwstr>2026-10-31</vt:lpwstr>
  </property>
</Properties>
</file>